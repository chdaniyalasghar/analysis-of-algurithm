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Sorting Algorithms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Bubble, Selection, Insertion, Merge 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or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